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49" autoAdjust="0"/>
  </p:normalViewPr>
  <p:slideViewPr>
    <p:cSldViewPr snapToGrid="0">
      <p:cViewPr varScale="1">
        <p:scale>
          <a:sx n="80" d="100"/>
          <a:sy n="80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44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98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33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27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85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429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07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93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5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91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28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F42D6-0FE7-4AE4-94EB-2A5F96E1416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1FCD6-B887-454F-8C2C-95E00EFBD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17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90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7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98261" cy="725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7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5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8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63" t="2264" r="1363" b="9331"/>
          <a:stretch/>
        </p:blipFill>
        <p:spPr>
          <a:xfrm>
            <a:off x="5541265" y="928116"/>
            <a:ext cx="621792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7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4" t="8006" r="21852" b="16375"/>
          <a:stretch/>
        </p:blipFill>
        <p:spPr>
          <a:xfrm>
            <a:off x="5704514" y="713064"/>
            <a:ext cx="6082018" cy="510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6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8" b="9554"/>
          <a:stretch/>
        </p:blipFill>
        <p:spPr>
          <a:xfrm>
            <a:off x="5595457" y="1216404"/>
            <a:ext cx="6467912" cy="455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9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255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7" b="13409"/>
          <a:stretch/>
        </p:blipFill>
        <p:spPr>
          <a:xfrm>
            <a:off x="5589112" y="931178"/>
            <a:ext cx="6359724" cy="47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1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2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8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5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created xsi:type="dcterms:W3CDTF">2026-01-18T13:30:17Z</dcterms:created>
  <dcterms:modified xsi:type="dcterms:W3CDTF">2026-01-18T13:30:32Z</dcterms:modified>
</cp:coreProperties>
</file>